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320040" cy="2834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25400" cy="28346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产品功能介绍与迭代成果汇报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5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NextWord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3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AI 驱动的英语表达能力训练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从「背单词工具」到「以表达能力为核心」的 AI-native 学习产品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汇报时间：2026-07-29    ｜    迭代进度：I1 – I6 六轮迭代全部通过验收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01 ·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从「背单词工具」到「表达能力训练」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4846320" cy="1737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297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过去 · 词汇工具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以「认识单词」为目标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背词、拼写为主，学到的是识别量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68112" y="2011680"/>
            <a:ext cx="685800" cy="41148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422392" cy="1737360"/>
          </a:xfrm>
          <a:prstGeom prst="rect">
            <a:avLst/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现在 · AI-native 学习产品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以「表达能力」为核心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测评、画像、计划、洞察全部围绕「能不能用出来」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8328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5440680" cy="4572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564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核心观点一：等级是外壳，画像是内核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固定等级 / 分数只是给用户看的外壳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真正的内核是详细的画像与评价：WeaknessProfile → 交叉验证 → 定制内容 → 瓶颈洞察 → 重规划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规则引擎掌握分数权威，AI 不直接改分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338328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3383280"/>
            <a:ext cx="54406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4564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核心观点二：词的毕业标准是「能用」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词的掌握不以「认识」为终点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四阶段毕业路径：认识 → 回忆 → 造句使用 → 自发使用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产出任务只用水平带内的词，阅读靠查词机制兜底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02 · 产品概览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核心学习闭环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063240" cy="1417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651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1. 测评定级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产出型自适应测评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8" y="2057400"/>
            <a:ext cx="557784" cy="41148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063240" cy="1417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719072"/>
            <a:ext cx="2651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2. 弱项画像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WeaknessProfile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+ Verifier 核查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16368" y="2057400"/>
            <a:ext cx="557784" cy="41148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554480"/>
            <a:ext cx="3063240" cy="1417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719072"/>
            <a:ext cx="2651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3. 7 日定制计划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Planner 夜间生成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514332" y="3081528"/>
            <a:ext cx="411480" cy="786383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3977639"/>
            <a:ext cx="3063240" cy="1417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977639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4142231"/>
            <a:ext cx="2651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4. 日常学习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背词 / 拼写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造句 / 阅读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77639"/>
            <a:ext cx="3063240" cy="1417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977639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142231"/>
            <a:ext cx="2651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5. 瓶颈洞察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规则筛查 +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InsightAgent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77639"/>
            <a:ext cx="3063240" cy="1417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142231"/>
            <a:ext cx="2651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6. 自动重规划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性质变化即触发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每周兜底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7516368" y="4480559"/>
            <a:ext cx="557784" cy="411480"/>
          </a:xfrm>
          <a:prstGeom prst="lef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3675888" y="4480559"/>
            <a:ext cx="557784" cy="411480"/>
          </a:xfrm>
          <a:prstGeom prst="lef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246120"/>
            <a:ext cx="31750" cy="45719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06324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↺ 瓶颈性质变化 → 重生成画像 → 新的 7 日计划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闭环要点：每一步都由已验证的画像驱动；规则引擎保证分数确定，AI 负责解读与规划——用户在「计划 → 执行 → 洞察 → 重规划」中持续进阶。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03 · 迭代一（I1）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场景内容建设：先解决「学什么」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7 × 20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生活表达场景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两层 taxonomy，7 大类覆盖 20 个子场景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1520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内置场景词库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LLM 生成 + 人工规则验收口径守护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逐词标注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scenario / utility / role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每个词带场景、实用度与角色标签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4272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98%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抽样标注准确率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按子场景抽样人工核对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5440680" cy="274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场景覆盖（7 大类）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日常起居、出行交通、购物点餐、社交沟通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工作职场、学习校园、健康医疗等真实生活语境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情境化测评与造句题的场景素材均取自该 taxonomy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3246120"/>
            <a:ext cx="5440680" cy="274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为什么重要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8862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词不再是孤立列表，而是挂在「能用上的场景」下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utility=low 的词直接不入库，保证内容质量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为 I2 情境测评、I3 主攻场景计划提供内容地基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04 · 迭代二（I2）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测评重构：产出型为主的自适应测评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383280" cy="4480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743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60%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产出题占比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造句 + 情境表达为主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识别题仅作参考展示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不参与定级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7406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产出题全部走 LLM 真实四维评分：语法 / 自然度 / 词汇 / 相关度，复用造句工作室评分链路，词数启发式已废弃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自适应分块收敛：每块 5 题，块表现决定升带 / 降带，2–3 块收敛，总题量 ≤ 15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主定级 = 表达力综合分（四维加权），与 Score 分带对齐、封顶 C1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794760"/>
            <a:ext cx="7406640" cy="2011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9776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出题纪律（词池管控）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8912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出题词只选水平带内且 utility=high / medium，绝不超带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情境场景取自 I1 taxonomy；阅读题从库内分级短文就近选文，答案位置随机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04 · 迭代二（I2）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WeaknessProfile + Verifier：让 AI 结论可信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40680" cy="4572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990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WeaknessProfile：每条 Finding 五要素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维度：scenario / skill / reading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强弱：strength / weakness / neutral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结论文案：一句可读的结论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证据引用：指向库内真实学习记录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置信度：high / medium / 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32588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325880"/>
            <a:ext cx="54406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3990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Verifier：不调 LLM 的逐条机械核查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6596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证据真实存在，且属于本人（防编造、防越权）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引用数值与库内重算值一致（可重算）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证据条数支撑置信度（high≥3 / medium≥2 / low≥1）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任一不通过 → 标记 Questioned 并留原因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11183112" cy="1143000"/>
          </a:xfrm>
          <a:prstGeom prst="rect">
            <a:avLst/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关键设计：存疑条目「不展示、不进规划」。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用户看到的每一条画像结论、Planner 消费的每一条输入，都必须先通过 Verifier——这是 AI 结论可信的护城河。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05 · 迭代三（I3）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个性化学习计划：每天打开就是「今日任务」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6583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Planner 依据已验证的画像（Verified Finding），夜间后台生成 7 日计划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计划内容：主攻场景（1–2 个）+ 每日词队列 + 阅读推荐（3 篇）+ 每日造句目标（3 词）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背词、造句、阅读三个模块全部切换为「执行今日计划」，各入口统一 fromPlan 标记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无计划 / 计划过期自动回退保底策略，用户永远有内容可学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测评完成自动入队，任务幂等防重复生成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325880"/>
            <a:ext cx="4279392" cy="4480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554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接触词机制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011680"/>
            <a:ext cx="37490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每日词队列允许 ≤20% 超出水平带的「接触词」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接触词只要求「认识」，不进产出任务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在保底之上给用户提供适度挑战与新鲜感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572000"/>
            <a:ext cx="370332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727448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难度策略分层：背词可掺接触词，产出只用带内词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05 · 迭代三（I3）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瓶颈洞察与自动重规划：三层机制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520440" cy="3200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35204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① 规则筛查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零 LLM 成本 · 日级运行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平台期检测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回避模式识别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安全词策略识别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未触发 → 全程零 LLM 调用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78224" y="2697480"/>
            <a:ext cx="393192" cy="41148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325880"/>
            <a:ext cx="3520440" cy="3200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325880"/>
            <a:ext cx="35204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0876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② InsightAgent 判定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事件驱动 · 细读产出原文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读取近 20 条用户产出原文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判定 7 类瓶颈性质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词汇不足 / 组织不成句 / 语法错误多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表达单调 / 回避 / 中式搭配 / 安全词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101584" y="2697480"/>
            <a:ext cx="393192" cy="41148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9640" y="1325880"/>
            <a:ext cx="3520440" cy="3200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1325880"/>
            <a:ext cx="35204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508760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③ 自动重规划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性质变化即触发 + 每周兜底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8600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瓶颈性质变化 → 重生成画像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→ 入队 force Planner 重建计划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性质未变 → 仅记录不打扰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WeeklyReplanWorker 每周兜底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83480"/>
            <a:ext cx="11183112" cy="1005840"/>
          </a:xfrm>
          <a:prstGeom prst="rect">
            <a:avLst/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4807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洞察只影响解读与规划，不改任何分数。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证据沿用画像纪律：编造 / 越权的证据引用在持久化前机械过滤；同日幂等，成本可控。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06 · 迭代四（I4）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词毕业生命周期：掌握度 = 能不能用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377440" cy="192024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28800"/>
            <a:ext cx="2011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认识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25 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看词知义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recognition 模式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35224" y="2377440"/>
            <a:ext cx="393192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377440" cy="192024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828800"/>
            <a:ext cx="2011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回忆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50 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看义想词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recall 拼写正确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15584" y="2377440"/>
            <a:ext cx="393192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2377440" cy="192024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2011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造句使用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75 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指定词造句 A/B 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确认 prompted use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5944" y="2377440"/>
            <a:ext cx="393192" cy="36576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1600200"/>
            <a:ext cx="2377440" cy="19202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8" y="1828800"/>
            <a:ext cx="2011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自发使用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 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自由表达中自发用出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 真正毕业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四阶段状态机，掌握度由阶段派生（25 / 50 / 75 / 100）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用户自评（记得 / 忘记）只调整 SM-2 复习排程，不再直接加减掌握度——分数权威收归规则引擎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阶段推进与回退有明确规则：造句含目标词且评分 A/B → 确认使用；D 档 → 退回回忆阶段重进 SM-2 调度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毕业留痕可追溯（GraduatedFreeExpressionLogId）；Planner 优先把「待确认」词编入造句目标，推动词走向毕业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07 · 迭代五（I5）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Agent 协作演示《林晓的七天》：真实链路全留痕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零改动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真实 API + 真实 LLM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不改代码不改数据，独立库 + qwen-plus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25 次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LLM 调用全留痕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记录代理逐条捕获，共 22.8k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4 / 4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画像 Finding 全 Verified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Verifier 机械核查逐条通过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4272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69 事件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交互时间轴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timeline.html 剧情节点 ↔ LLM 对话双向跳转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54680"/>
            <a:ext cx="5440680" cy="2971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七天故事线：Agent 各就各位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76472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Day 1：测评 2 块收敛定 B2 → 画像 4 Finding 全 Verified → Planner 首计划（新用户覆盖率兜底）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Day 2–6：正常学习转入回避（连接词率真实构造 1.7 → 0），规则引擎零 LLM 捕获信号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Day 7：Insight 细读原文独立定性「词汇不足」——不给信号盖章，定性权在 Agent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性质变化自动重规划：新计划精确消费 Verified 场景 Finding，兜底 → 个性化演进完整呈现</a:t>
            </a:r>
          </a:p>
        </p:txBody>
      </p:sp>
      <p:pic>
        <p:nvPicPr>
          <p:cNvPr id="23" name="Picture 22" descr="timelin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3154680"/>
            <a:ext cx="5303520" cy="298323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45352" y="617448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▲ demo/agent-story/timeline.html 交互时间轴预览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08 · 迭代六（I6）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Agent 价值用户可见：今日计划卡 + 学习洞察卡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406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今日学习计划卡（T-018）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主攻场景中文名 + 计划进度（第 x / 7 天）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今日带内词 + 接触词数量、造句目标词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来源徽章：个性化（Verified 画像驱动）/ 探索期（覆盖率兜底）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无计划时展示引导文案，加载失败静默降级</a:t>
            </a:r>
          </a:p>
        </p:txBody>
      </p:sp>
      <p:pic>
        <p:nvPicPr>
          <p:cNvPr id="11" name="Picture 10" descr="dashboard-plan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0"/>
            <a:ext cx="5440680" cy="20917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45352" y="1325880"/>
            <a:ext cx="5440680" cy="4572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990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学习洞察卡（T-019）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2024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7 类瓶颈性质中文名 + 人话解释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Agent 结论原文呈现，附触发时间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已重规划显示「已为你调整学习计划」徽章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措辞面向用户，内部 id 不进 DOM</a:t>
            </a:r>
          </a:p>
        </p:txBody>
      </p:sp>
      <p:pic>
        <p:nvPicPr>
          <p:cNvPr id="15" name="Picture 14" descr="dashboard-insight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474720"/>
            <a:ext cx="5440680" cy="209177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5795096"/>
            <a:ext cx="11183112" cy="621792"/>
          </a:xfrm>
          <a:prstGeom prst="rect">
            <a:avLst/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1396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后端零改动：两张卡全部消费既有只读端点（planner/current、insights/bottleneck/latest）——Agent 在后台干的活，用户终于看得见。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09 · 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AI 架构：规则引擎掌分，AI 做智能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520440" cy="416052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规则引擎 · 分数权威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063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SM-2 间隔重复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Score 内核（0–100 三维）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等级升级规则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生命周期掌握度派生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全部确定性代码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不直接改分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325880"/>
            <a:ext cx="3520440" cy="4160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5544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负责智能体验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103120"/>
            <a:ext cx="3063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单词难度 / 场景标注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造句与情境表达评分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WeaknessProfile 解读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瓶颈性质判定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日计划生成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 ILLMProvider 抽象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1325880"/>
            <a:ext cx="3520440" cy="4160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5544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成本可控 · 可插拔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03120"/>
            <a:ext cx="3063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规划类任务日级运行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任务幂等防重复扣费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规则筛查零 LLM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查词多级缓存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Mock 降级零依赖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OpenAI 兼容端点 + 用户级 BYOK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设计主线：确定性的事情交给规则引擎，需要判断的事情交给 AI，中间用 Verifier 与幂等任务隔开——既智能、又可信、还省钱。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10 · 工程质量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工程与质量：每轮迭代都可验证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149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自动化测试全绿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143 单元 + 6 集成（真实 PostgreSQL）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迭代验收通过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I1–I6 每轮验收全过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真实 LLM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端到端实测验收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每轮走 qwen-plus 真实链路验证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1325880"/>
            <a:ext cx="2651760" cy="15544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4272" y="1325880"/>
            <a:ext cx="265176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527048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3 角色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迭代小组工作循环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产品 / 开发 / 测试闭环协作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5440680" cy="274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后端：.NET 10 + ASP.NET Core Minimal API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前端：React 19 + TypeScript + Vite + Tailwind 4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数据库：PostgreSQL 16（EF Core 10 + Npgsql）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LLM：Microsoft.Extensions.AI，可切 OpenAI 兼容端点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3246120"/>
            <a:ext cx="5440680" cy="27432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工作循环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8862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产品对齐愿景提需求 → 开发实现 → 测试细心验收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每轮不足记录进任务表，作为下一轮迭代输入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一个任务一次提交，测试通过 + 构建通过方可交付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数据库迁移即时生成，schema 演进可追溯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演示录屏实测发现并修复挑战页选项组件 bug（T-016），一处修复全站同愈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11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下一步规划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5855" cy="15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NextWord · 产品功能介绍与迭代成果汇报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40680" cy="19659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82296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P0 · 阅读助手 Agent 接入前端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后端能力已就绪，前端接入后阅读场景也有 AI 陪伴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325880"/>
            <a:ext cx="5440680" cy="19659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325880"/>
            <a:ext cx="82296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00200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P1 · E2E 测试纳入 CI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Playwright 端到端用例进流水线，守住核心学习闭环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5440680" cy="19659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57600"/>
            <a:ext cx="82296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P2 · OpenTelemetry 可观测性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Agent 调用与后台任务全链路可观测，成本与质量可度量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3657600"/>
            <a:ext cx="5440680" cy="19659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3657600"/>
            <a:ext cx="82296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931920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P3 · Release Blockers sign-off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发布前阻断项清单化核对，达到 v1 正式上线标准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方向不变：一切迭代继续以「表达能力」为核心，以 VISION-expression-first 为准绳。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